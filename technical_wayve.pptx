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9FAFB"/>
                </a:solidFill>
                <a:latin typeface="Calibri"/>
              </a:rPr>
              <a:t>Wayve —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Architecture · auth · workers · webhooks · scaling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Wayve  ·  rwayve.maheshg.me  ·  API version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Stack &amp; topology — Rust + React + Postgres + Redis + WS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Request lifecycle — JWT, X-API-KEY, X-EMBED-TOKEN, SCIM bearer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RBAC — 3 scopes × 9 roles × 22 permissions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Rate limit + quota — MIN(key, plan) + per-user monthly counter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Workers — sync, body backfill, dispatcher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Webhooks — signed deliveries with retry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Encryption — at-rest AES-GCM + E2E chat envelope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Threat model + scaling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How a request becomes a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Single-instance v1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EC2 i-07af9db286562f5ac  ·  EIP 32.199.117.86  ·  rwayve.maheshg.me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nginx 1.27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TLS terminate · CSP · HSTS · routes /api,/scim/v2,/ws/* → backend; else SPA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10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rwayve-backend (Rust)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Actix Web 4 · 11 feature modules · 4 runtime roles via RWAYVE_ROLE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Postgres 15 · Redis 7 · MailHog · Jaeger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Postgres = source of truth; Redis = counters + cache; MailHog dev only; Jaeger OTLP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30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External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Gmail · MS Graph · Stripe · Gemini · Cloudflare TURN · SMTP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Four runtime roles, one binary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RWAYVE_ROLE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Spawned components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DB pool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api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HTTP server + webhook dispatcher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email_sync_worker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email::sync::sync_all loop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email_body_worker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body backfill (40 concurrent / account)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API + every worker (dev only)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Why split workers?  Sync is bursty (30 s tick → up to 50 messages × N accounts).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Body backfill is concurrency-bound (40 parallel fetches per account).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Sharing pool slots with the HTTP server would starve either one under 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Middleware chain: API key → embed → CORS → handler.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Four authentication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TTL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Where it lands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JWT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Authorization: Bearer … OR cookie rwayve_auth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24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Every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X-API-KEY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X-API-KEY: wv_sk_…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until revoked / expires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/api/* (excluding management)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X-EMBED-TOKEN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X-EMBED-TOKEN: &lt;jwt&gt;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/api/* GET/HEAD only, origin-pinned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SCIM bearer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Authorization: Bearer wv_scim_…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until revoked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/scim/v2/* only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OIDC 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(redirect-based; consumes session cookie after)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Login flow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Resolver order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onsolas"/>
              </a:rPr>
              <a:t>backend/src/security/jwt.rs::get_user_id_from_request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0515600" cy="3291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241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pub fn get_user_id_from_request(req: &amp;HttpRequest) -&gt; Option&lt;i32&gt; {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// 1. API-key principal (stamped by ApiKeyMiddleware)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if let Some(p) = req.extensions().get::&lt;ApiKeyPrincipal&gt;() {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    return Some(p.user_id);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}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// 2. Embed-token principal (stamped by EmbedMiddleware)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if let Some(p) = req.extensions().get::&lt;EmbedPrincipal&gt;() {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    return Some(p.user_id);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}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// 3. JWT (Authorization header OR cookie)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let token  = token_from_request(req)?;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let claims = decode_jwt(&amp;token)?;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  Some(claims.sub)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Ordering matters — an API-key request never reaches the JWT path.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WS endpoints fall back to ?token= query param; still verified, never trusted blindly.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9 roles × 22 permissions, computed from the DB on every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Selected role / permission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288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super_admin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billing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developer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members:manage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roles:manage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billing:manage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api_keys:manage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webhooks:manage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audit:read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security:manage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tickets:manage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Source of truth: backend/src/security/rbac.rs · Frontend mirror: frontend/src/auth/permissions.ts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Per-request resolution, never JWT-trusted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Every privileged handler calls rbac::require_permission(req, pool, Permission::X)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resolve_role_context() joins users + organization_members + platform_members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Cost: &lt; 1 ms per request (PK + two indexed LEFT JOINs)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Role change at T+0 → demoted user's next request at T+1 sees new perms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JWT only proves identity; capability is data, not capability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Future cache: 60 s Moka TTL keyed on user_id (mirror email::account pattern)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Rate limit + quota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MIN(key, plan) per minute + per-user monthly counter, Redis-backed.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9-step middleware flow per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1. Header present? otherwise passthrough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2. resolve_api_key → SHA-256 hash lookup; revoked/expired = 401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3. required_scope(method, path) → option&lt;&amp;str&gt;; unmapped = deny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4. scope_satisfied(key.scopes, required) → 403 if no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5. quotas::effective_for_user(pool, user_id) → cached plan tier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6. effective = MIN(key.rate_limit, plan.rate_limit); INCR apikey_rl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7. Per-user monthly INCR apikey_quota:{user_id}:{YYYY-MM}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8. Inject ApiKeyPrincipal into request extensions</a:t>
            </a:r>
          </a:p>
          <a:p>
            <a:pPr algn="l"/>
            <a:r>
              <a:rPr sz="1500" b="1">
                <a:solidFill>
                  <a:srgbClr val="2563EB"/>
                </a:solidFill>
              </a:rPr>
              <a:t>▸  </a:t>
            </a:r>
            <a:r>
              <a:rPr sz="1500">
                <a:solidFill>
                  <a:srgbClr val="111827"/>
                </a:solidFill>
                <a:latin typeface="Calibri"/>
              </a:rPr>
              <a:t>9. After handler returns: audit::write — fire-and-forget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Failure modes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Behaviour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Redis down at request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Both counters fail open; audit log records the relax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Postgres down at audit-write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Audit entry lost (tokio::spawn, not blocked)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Postgres down at 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Request blocked with 500; no key validation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Plan downgrade mid-month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Up to 60s cache TTL before new lower cap kicks in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Plan upgrade mid-month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Same 60s delay; symmetric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Monthly quota exhausted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429 with 'Monthly request quota exceeded' until cycle reset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Pricing → rate limit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Plan code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Monthly requests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basic_user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60 /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Advance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advance_user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$7 / mo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300 / min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500,000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$10 / seat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600 /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Custom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6,000 / min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Stricter cap wins: MIN(api_key.rate_limit_per_min, plan.rate_limit_per_min).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Monthly counter aggregates across every key the user owns — splitting keys does not multiply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Background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Sync · body backfill · billing reconcile · webhook dispatcher.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Four workers, four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Worker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Concurrency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Idempotency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sync_worker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 s tick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20 accounts in 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ON CONFLICT DO UPDATE; xmax=0 = real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body_worker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continuous (5 s idle)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40 per account, 200/iter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partial index on body_encrypted=''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billing reconcile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idempotent UPDATE entitlements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webhook dispatcher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 s poll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25-row claim batch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FOR UPDATE SKIP LOCKED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On error: exp backoff up to 5 min (sync), claim retry on next tick (dispatcher).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Webhook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Signed envelopes, 3-attempt retry, auto-disable after 20 failures.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Event envelope + signing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3108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241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{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"id":          "evt_&lt;uuid&gt;",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"type":        "task.created",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"api_version": "2026.05",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"created_at":  "2026-05-24T13:45:00Z",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"owner":       { "type": "user", "user_id": 42, "organization_id": null },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  "data":        { /* event-specific payload */ }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}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HTTP/1.1 POST https://customer.example/wayve</a:t>
            </a:r>
          </a:p>
          <a:p>
            <a:pPr algn="l"/>
            <a:r>
              <a:rPr sz="1200" b="0">
                <a:solidFill>
                  <a:srgbClr val="F9FAFB"/>
                </a:solidFill>
                <a:latin typeface="Consolas"/>
              </a:rPr>
              <a:t>Wayve-Signature: t=1779629510,v1=&lt;HMAC-SHA256(secret, t.body)&gt;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Replay defence: signature pinned to timestamp; receivers reject anything &gt; 5 min old.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Idempotency: receiver dedupes on evt_id. Wayve makes no exactly-once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11-event catalog (frozen v1)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2880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Fires from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Payload notes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task.created/.updated/.deleted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tasks/handler.rs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Full task row / 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meeting.created/.updated/.deleted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scheduler/handler.rs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Title + date + zoom URL + participants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email.received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email/sync.rs (xmax=0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id, account_id, sender, subject. NOT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email.sent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email/send.rs (2xx only)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from, to, subject. NOT body.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chat.message.sent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chat/websocket.rs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Metadata only — content is E2E encrypted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chat.channel.created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chat/channel_create.rs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post-commit only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wayve.ping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POST /webhooks/{id}/test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Test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AES-GCM at rest + E2E envelope for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Layered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What Wayve actually owns is layer 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2860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What it protects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1. App-level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AES-256-GCM via HKDF-SHA512(AES_KEY, salt)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DB dump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2. Postgres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text columns hold ciphertext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3. 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AWS KMS-managed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Disk seizure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Nonce: 12 bytes random per encryption.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Legacy fallback: tries raw AES_KEY if HKDF-derived fails — enables key rotation.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AES_HKDF_SALT must be stable once set; rotating it loses all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E2E chat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Client generates fresh 32-byte AES key K + 12-byte nonce per message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AES-GCM-encrypts plaintext → (iv_payload, ct_payload)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RSA-OAEP-wraps K with each recipient's public key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Envelope: WAYVE_CHAT_E2E_V1\n{wrapped_keys, iv, ct}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Server refuses unwrapped messages at WS receive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Server stores envelope inside an at-rest AES layer (defense in depth)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Recipient browser unwraps using IndexedDB-stored private key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v1 gaps: no forward secrecy, no double ratchet, RSA-2048 (not Curve25519)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Threat model +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STRIDE notes and where the system breaks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STRIDE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Mitigated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Honest gap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JWT HS256 + API-key hash + webhook HMAC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 JWT jti revocation list (24h leak 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Tampering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HTTPS + HMAC + AEAD tags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Repudiation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api_key_audit_log every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 login/role-change audit events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Info disclosure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Encrypted at rest; tracing skips PII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Side-channel via response timing not measured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Rate limit + monthly quota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Single-EC2 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Elevation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Per-request RBAC resolve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Bottlenecks in order they bite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Bottleneck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Single Postgres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Read q/s &gt;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Add read replica (~$50/mo)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Single EC2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Saturated CPU/mem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ECS Fargate fleet behind ALB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Webhook fan-out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100 subscribers × 1 event = 20s drain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Bump dispatcher batch; partition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Bcrypt on login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~100ms / login CPU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Per-IP login rate limit; argon2id later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Email sync ceiling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&gt; 20 concurrent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Shard accounts across worker 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Measured at v1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Endpoint / 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p95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~ 50 ms (1 PG + 1 Redis)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GET /api/emails (75 rows decrypted)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~ 120 ms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GET /api/openapi.json (cached + ETag)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~ 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WS handshake (chat or call)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~ 80 ms (incl. RBAC)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Webhook delivery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1-2 s (5 s claim poll + HTTP RTT)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Postgres + Redis on same EC2; no replica; mimalloc allocator.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Known tech debt, ranked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Self-healing migrations → switch to sqlx migrate around 50 ALTERs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Single-EC2 SPOF — container fleet + ALB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Drive on EBS — move to S3 with signed-URL gateway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audit_events table missing for login + role change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No OAuth 2.0 authorization server (Wayve is RP only)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RSA-2048 chat envelope — Signal-grade audit would balk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No connection pooler (PgBouncer)</a:t>
            </a:r>
          </a:p>
          <a:p>
            <a:pPr algn="l"/>
            <a:r>
              <a:rPr sz="1600" b="1">
                <a:solidFill>
                  <a:srgbClr val="2563EB"/>
                </a:solidFill>
              </a:rPr>
              <a:t>▸  </a:t>
            </a:r>
            <a:r>
              <a:rPr sz="1600">
                <a:solidFill>
                  <a:srgbClr val="111827"/>
                </a:solidFill>
                <a:latin typeface="Calibri"/>
              </a:rPr>
              <a:t>No metrics → no real SLOs (add Prometheus)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Technical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Engineering is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We don't hide the gaps. OpenAPI + audit + known-limits docs are deliberate 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Cross-reference: wayve.md  ·  technical_wayve.md  ·  business_wayve.md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