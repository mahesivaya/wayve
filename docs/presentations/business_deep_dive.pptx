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9FAFB"/>
                </a:solidFill>
                <a:latin typeface="Calibri"/>
              </a:rPr>
              <a:t>Wayve — Business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Market · pricing · unit economics · GTM · roadmap ·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Wayve  ·  rwayve.maheshg.me  ·  API version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Wayve in three sentences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Mid-market companies pay $50-100 per seat per month stitching together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Gmail + Slack + Notion + Drive + Zoom + Calendly.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Wayve replaces that bundle for $10 per seat per month — with end-to-end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chat encryption, SCIM, audit export, and a self-hostable binary —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the enterprise primitives the bundled megacorps either don't ship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or hide behind a $50/seat Enterprise 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Mid-market typically runs 12-15 SaaS tools per knowledge worker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Per-seat cost across the stack: $50-100 / month / employee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Five SCIM configs · five access reviews · five DPAs · five invoices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SOC 2 + GDPR procurement makes vendor sprawl an enumerable cost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No tool talks to the others — integrations are an ongoing engineering 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One workspace: email, chat, calls, scheduler, drive, notes, tasks, AI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$10 / seat / month — one bill, one SSO, one audit log, one API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End-to-end encryption on chat (envelope-layer, server cannot read)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Programmatic API on day one: OpenAPI spec + dev portal + signed webhooks</a:t>
            </a:r>
          </a:p>
          <a:p>
            <a:pPr algn="l"/>
            <a:r>
              <a:rPr sz="2000" b="1">
                <a:solidFill>
                  <a:srgbClr val="2563EB"/>
                </a:solidFill>
              </a:rPr>
              <a:t>▸  </a:t>
            </a:r>
            <a:r>
              <a:rPr sz="2000">
                <a:solidFill>
                  <a:srgbClr val="111827"/>
                </a:solidFill>
                <a:latin typeface="Calibri"/>
              </a:rPr>
              <a:t>Self-hostable: same binary serves SaaS and on-prem (EU sovereignty win)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AI ratchet: every productivity tool just added LLM features. Winners will be the suites with workspace context, not point tools.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Privacy regulation tailwind: Schrems II, GDPR rulings, EU AI Act all push for data-sovereign alternatives to US hyperscalers.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Tool fatigue: customer-success leaders report 12-15 SaaS tools per employee. Procurement reviews are hammering this.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Mid-market gap: Microsoft 365 + Google Workspace either too expensive (Enterprise SKUs) or missing the encryption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TAM, SAM, SOM — sized by knowledge-worker seat-month.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$30 B TAM, $25 B SAM, $360k year-1 SOM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Math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TAM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250 M knowledge-worker seats × $10 ARPU/mo ×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$30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SAM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210 M seats in addressable mid-market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$25 B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SOM (Year 1, conservative)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100 customers × 30 seats × $10 ×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$360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SOM (Year 3, realistic)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1,500 customers × 40 seats × $10 × 12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$7.2 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TAM = ceiling, not forecast. Microsoft Teams alone is estimated at $5-8B within Office 365.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Bundled suites and point tools — we sit in between.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Wayve vs the bundled suites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Bundle?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Per seat / mo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E2E chat?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Self-host?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Wayve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7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Google Workspace Biz+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 apps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$18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Microsoft 365 Biz Prem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 apps +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Slack Business+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chat only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$15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Notion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docs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Zoho One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40+ apps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$37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✓ (some)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Stitched alternative for an equivalent stack: $50-100 across multiple invoices.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The 'good enough at each, better at the bundle' bet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Wayve will NOT beat Slack at search or Notion at databases for 2-3 years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80% of mid-market knowledge work doesn't need best-in-class for any single product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It needs coherent enough across all of them: one bill, one SSO, one API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Precedent: HubSpot vs Salesforce+Pardot+ZoomInfo. Atlassian beat the point tools.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Our structural advantage: API + encryption + self-host on day one, not retrofitted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Ideal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Mid-market privacy-conscious tech companies, 20-200 seats.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Three customer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828800"/>
          <a:ext cx="11521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Champion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ACV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9FAFB"/>
                          </a:solidFill>
                        </a:rPr>
                        <a:t>Cycle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Tier-1: privacy-conscious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Privacy-first SaaS, infosec, legal-tech, EU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VPE / CTO / IT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$6,000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2-6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Tier-2: sensitive projects at larger Cos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Defense, M&amp;A, finance MNPI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Project lead with budget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$5k - $50k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2-4 weeks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Tier-3: personal power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Individual developers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Self-onboarding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$0-84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Anti-ICP: Fortune 500 (procurement = 18mo), consumer, single-product replacements.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Pricing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Four tiers, anchored on the $10 / seat / month Organization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Four tiers, ground truth from the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Rate / min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Monthly API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Audience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Personal eval / OSS contributors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Advance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$7 / mo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500,000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Hobby builders, freelancers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$10 / seat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10-500 seat companies (revenue 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Custom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6,000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500+ seats, SLA + on-prem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Free tier exists to seed developer integrations — not as a consumer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$6k ACV · 88% gross margin · 36-month customer lifetime.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Per-customer math, Organization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Average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ACV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$6,000 / year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Customer lifetime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LTV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$18,000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Variable COGS / seat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Gross margin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88.5%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LTV (gross)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CAC target year 1: ~$400 blended (60% PLG + 40% founder-led outbound).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LTV:CAC = 36:1 today (optimistic); ~14:1 once outbound matures (still excellent).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CAC payback: 2.4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PLG + founder-led outbound + dev-portal pull.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The 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onsolas"/>
              </a:rPr>
              <a:t>1. SEO + content       → comparison pages, eng blog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onsolas"/>
              </a:rPr>
              <a:t>2. Developer portal    → /developers + tutorials drives evals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onsolas"/>
              </a:rPr>
              <a:t>3. Free signup         → individual API + UI access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onsolas"/>
              </a:rPr>
              <a:t>4. Bring to team       → champion invites colleagues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onsolas"/>
              </a:rPr>
              <a:t>5. Org-tier upgrade    → admin upgrades workspace</a:t>
            </a:r>
          </a:p>
          <a:p>
            <a:pPr algn="l"/>
            <a:r>
              <a:rPr sz="2200" b="0">
                <a:solidFill>
                  <a:srgbClr val="111827"/>
                </a:solidFill>
                <a:latin typeface="Consolas"/>
              </a:rPr>
              <a:t>6. Expansion           → more seats + Enterprise 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Channel mix by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Organic search +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Developer-portal funnel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Founder-led outbound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SDR-led outbound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Partner / referral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Founder-led outbound caps at ~50 logos / year. SDR-led requires hiring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Three projections — none are forecasts, all are stress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Realistic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Customers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Avg seats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ARR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12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$45k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$540k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$121.6k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$1.46M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24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720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$252k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$3.02M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$600k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$7.2M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Dominant lever: new-logo acquisition rate. Keep &gt; 12% MoM in years 1-2.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Revenue mix at year 3 (realistic)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% of customers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% of ARR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60% (developer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Advance ($7/mo)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Organization ($10/seat)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Enterprise (custom)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Enterprise concentration (22%) requires landing 5-10 enterprise logos by Year 3,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each contributing $100k-$500k ARR. Without enterprise, Year 3 ARR shape shifts: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Org alone tops out around ~$5.5M ARR at the same logo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12 months: bundle polish + AI + SOC 2. 36 months: deep enterprise.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12-month roadmap (priorities ordered)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Universal search — single biggest 'wow' the bundle can deliver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AI workspace context — Gemini bridge with real cross-product visibility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SOC 2 Type II — procurement blocker for 60%+ of mid-market deals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Mobile apps — iOS + Android (required for chat reliability)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Calendar polish — recurring meetings, time zones, sharing UX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Audit retention tiers — 30/90/365d as pricing axis</a:t>
            </a:r>
          </a:p>
          <a:p>
            <a:pPr algn="l"/>
            <a:r>
              <a:rPr sz="1800" b="1">
                <a:solidFill>
                  <a:srgbClr val="2563EB"/>
                </a:solidFill>
              </a:rPr>
              <a:t>▸  </a:t>
            </a:r>
            <a:r>
              <a:rPr sz="1800">
                <a:solidFill>
                  <a:srgbClr val="111827"/>
                </a:solidFill>
                <a:latin typeface="Calibri"/>
              </a:rPr>
              <a:t>Wayve as OAuth 2.0 authorization server (when first partner asks)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Risk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Bus factor first. Then compliance. Then technical.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Top 6 risks, ranked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Bus factor (single founder)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Existential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Hire 2nd founding eng by month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MSFT/Google bundles a similar SKU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Lean harder into encryption + self-host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SOC 2 Type II doesn't land Yr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Blocks 60% deals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Engage auditor immediately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Email sync unreliable under load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Churn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Shard accounts across workers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AWS bill surprise (10M API/day)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Quota system in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Founder burnout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Existential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Hire by month 9; no marathons past Q2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GDPR ready today. SOC 2 Type II Year 1. HIPAA Year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Compliance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Cert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GDPR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Shipped today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DPA template ~ 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SOC 2 Type I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$15-30k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Months 1-6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SOC 2 Type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$30-60k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Months 1-13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HIPAA BAA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Add to Type II controls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18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$50-100k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Year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FedRAMP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$2M+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Not in plan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Calibri"/>
              </a:rPr>
              <a:t>§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Team +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Path A→B→C: bootstrap, optional pre-seed, seed at $50k MRR.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12-month hire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Co-founder / 2nd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FT,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3-6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Bus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Frontend engineer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6-9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Mobile + UX polish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Customer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PT →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Volume past founder's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Designer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Contractor → FT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9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Brand for enterprise sales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Sales lead / SDR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12+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Outbound 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Funding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Dilution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A. Bootstrap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Day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B. Pre-seed (SAFE)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Month 3-6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$150-500k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5-10%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C. Seed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$50k MRR, 10% MoM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$1.5-3M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15-22%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Recommended path: A → B → C.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Anti-pattern: raise too much too early — $5M seed forces growth-stage milestones.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Better: smaller round, hit milestones, raise at higher valuation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North-star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9FAFB"/>
                          </a:solidFill>
                        </a:rPr>
                        <a:t>Year-1 target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MRR growth (MoM)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10-15%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New logos / month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20+ by month 12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Free → paid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5-8% of activated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Net revenue retention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&gt; 100%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&gt;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p95 API latency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&lt; 200 ms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Uptime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&gt; 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Webhook delivery success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&gt; 99%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Calibri"/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Raising $1.5 – $3M at the seed stage.</a:t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Use of funds:</a:t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   ─ 60% engineering hires (co-founder + 2 engineers)</a:t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   ─ 20% compliance (SOC 2 Type II, HIPAA prep)</a:t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   ─ 10% sales (1 SDR + tooling)</a:t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   ─ 10% reserve</a:t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1827"/>
                </a:solidFill>
                <a:latin typeface="Calibri"/>
              </a:rPr>
              <a:t>Triggers: $50k MRR, ~10% MoM growth, 30+ paying logos, SOC 2 Type I in flight.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Deep Dive  ·  Wayve  · 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9FAFB"/>
                </a:solidFill>
                <a:latin typeface="Calibri"/>
              </a:rPr>
              <a:t>Bundle. Encrypt. Honest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Wayve · rwayve.maheshg.me · founder@rwayve.maheshg.me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Cross-reference: wayve.md  ·  technical_wayve.md  ·  business_wayve.md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